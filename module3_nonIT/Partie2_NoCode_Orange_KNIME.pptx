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M3-nonIT  ·  PARTIE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Approche No-Code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&amp; KNIME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Data Mining  ·  KNIME Analytics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Intermédiaire et Avancée en Intelligence Artificielle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les Femmes Chercheures  ·  Volet Non-IT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21–25 septembre 2026  ·  Université de Lomé — UniPod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Contenu de la partie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L’approche No-Code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984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Pourquoi et comment — accessibilité, rapidité, reproductibilité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Data Mining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9842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Interface, widgets, construction de workflows, exemples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 Analytics Platform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70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Interface, nœuds, pipelines, exemples de santé / recherche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063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Comparaison Orange vs KNIME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3558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Critères pratiques pour choisir selon le besoin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Bonnes pratiques &amp; éthique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41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Documentation, qualité, confidentialité, non-surinterprétation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4348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Ateliers guidés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7274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Quatre ateliers progressifs + cas d’usage personnel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5120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Ressources &amp; synthèse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4132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Sites, tutoriels, points clés, prochaines étapes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L’approche No-Code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l’analyse de données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Pourquoi le No-Code / Low-Code 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Accessibilité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Aucune compétence en programmation requise. L’interface visuelle (glisser-déposer) suffit pour construire une analyse complète.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0241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Rapidité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12801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Construire un pipeline d’analyse en minutes plutôt qu’en heures de code. Idéal pour explorer rapidement des hypothèses.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157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Transparence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workflow est visible et compréhensible par d’autres chercheures. Facilite la revue et la collaboration.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651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7157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Reproductibilité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9718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même workflow peut être réexécuté sur de nouvelles données. Documenté, partageable, versionnable.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074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 métier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663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L’énergie se concentre sur les questions de recherche et l’interprétation, pas sur la syntaxe ou le débogage.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3434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4074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Évolution possible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4663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 d’entrée vers le code plus tard (Python, R) si le besoin se fait sentir — sans bloquer le démarrage.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deux outils au programme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DATA MINING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Logiciel open-source de data mining et visualisation visuelle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Interface par widgets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Très intuitif pour débuter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Excellent pour l’exploration visuelle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Idéal pour l’enseignement et la démonstration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Développé par l’Université de Ljubljana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Gratuit et multiplateforme (Windows, Mac, Linux)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 ANALYTICS PLATFORM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1554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Plateforme open-source d’analyse de données par workflows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Interface par nœuds (nodes)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Très puissant et extensible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Large éventail de connecteurs de données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Excellent pour les pipelines complets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Communauté et extensions riches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Gratuit (version Analytics Platform)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Data Mining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Interface &amp; Workflows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— Présentation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est un logiciel de data mining open-source qui permet de construire des analyses par assemblage visuel de composants appelés widgets. Les données circulent de gauche (entrée) à droite (sortie).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Widgets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Composants prêts à l’emploi : chargement, transformation, visualisation, apprentissage…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Canvas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61188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Espace de travail central où l’on dispose et connecte les widgets.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Connexions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61188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données circulent de la sortie d’un widget vers l’entrée d’un autre.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35440" y="228600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1832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Interactivité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18320" y="361188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plupart des visualisations sont interactives (sélection, zoom, filtrage).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— Découvrir l’interface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Barre d’outils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Ouverture, sauvegarde, exécution, aide, undo/redo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Panneau Widgets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Bibliothèque organisée par catégories : Data, Visualize, Transform, Model…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Canvas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736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 centrale où se construit le workflow — glisser-déposer et connecter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3736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Fenêtres de widgets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Double-clic pour ouvrir, configurer et visualiser chaque widget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— Construire son premier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Principe fondamental : les données entrent à gauche d’un widget et sortent à droite.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un widget File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Depuis le panneau Data ou clic-droit → taper « File 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6002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6642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Charger un fichier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Double-cliquer → sélectionner CSV, Excel ou jeu intégré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6002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6642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Connecter Data 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Tirer un lien depuis la sortie de File vers Data Table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502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Explorer les données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Ouvrir Data Table : types, manquants, valeurs extrêmes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3657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8862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9502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une visualisation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 Plot, Distributions, Box Plot… selon le besoin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38160" y="3657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8862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39502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696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Brancher en parallèle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2104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Plusieurs visualisations peuvent partir d’un même nœud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— Workflow type d’analyse exploratoire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7744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908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768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8912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Columns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Sélection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Histogrammes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956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3816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2980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05840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14984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 Plot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4984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Comparaisons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flèche représente un flux de données. On peut brancher plusieurs visualisations en parallèle à partir d’un même nœud.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297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Astuce pratique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Commencez toujours par File → Data Table pour vérifier types et manquants. Ensuite seulement, branchez les visualisations. Si un widget reste grisé, vérifiez les connexions et les types de données attendus.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— Exemple : enquête satisfaction étudiante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Contexte : une chercheure en sciences de l’éducation dispose d’un fichier Excel d’enquête (n = 320) avec variables sociodémographiques et scores de satisfaction.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Widget File → sélectionner le fichier .xlsx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Table → types, manquants, valeurs extrêmes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Sélection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2423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Columns → âge, genre, filière, scores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Histogrammes des scores de satisfaction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37490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Comparaisons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0560" y="4617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 Plot → satisfaction selon genre ou filière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37490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6968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21040" y="4617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 Plot → charge de travail × satisfaction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— Visualisations clés à connaître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Histogrammes et densités pour une variable numérique. Forme de la distribution et outliers.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9601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 Plot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1783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Comparaison de distributions entre groupes. Médiane, quartiles et extrêmes.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9601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 Plot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1783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 entre deux variables numériques. Sélection interactive de sous-groupes.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Mosaic Display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Relations entre variables catégorielles. Très utile en SHS (genre × statut × opinion).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34747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Sieve Diagram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Associations entre deux variables catégorielles (observé vs attendu).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34747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Linear Projection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6676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Projection de données multidimensionnelles pour détecter des regroupements.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 Analytics Platform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Interface &amp; Workflows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 — Présentation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 (Konstanz Information Miner) est une plateforme open-source qui permet de construire des pipelines d’analyse de données complets par assemblage de nœuds (nodes). Très extensible et adaptée aux projets de recherche de bout en bout.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Nœuds (Nodes)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Unités de traitement : lecture, filtrage, agrégation, visualisation, export…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Editor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36576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Espace central où l’on assemble et connecte les nœuds.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6576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Entrées (gauche) et sorties (droite) : les données circulent de gauche à droite.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35440" y="228600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18320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 Repository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6576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Bibliothèque de centaines de nœuds organisés par catégories.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 — Découvrir l’interface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12801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Explorer / Space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645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 des workflows et des fichiers de données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914400" cy="12801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06640" y="1188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 Repository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1645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Recherche et glisser-déposer des nœuds disponibles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914400" cy="12801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Editor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 centrale de construction du pipeline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914400" cy="12801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 Description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Aide contextuelle et documentation du nœud sélectionné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914400" cy="12801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4480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Console &amp; Logs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4937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Messages d’exécution, erreurs et informations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914400" cy="12801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06640" y="4480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 Monitor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4937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Aperçu des données en sortie d’un nœud exécuté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 — Construire son premier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984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Créer un nouveau workflow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Space → New Workflow → donner un nom clair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0058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2344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2984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Importer les données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1965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Glisser un fichier Excel/CSV → un nœud Reader apparaît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0058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2344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2984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Configurer le nœud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1965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Double-cliquer → feuille, en-têtes, types de colonnes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673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Exécuter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 droit → Execute (ou F7). Le nœud passe au vert si OK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347472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7033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7673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Filtrer / sélectionner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4434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Filter ou Row Filter pour ne garder que l’essentiel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347472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7033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7673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696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Visualiser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4434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 Chart, Histogram, Scatter Plot, Box Plot…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 — Workflow type &amp; exemple santé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 Reader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82296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Filter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82296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Row Filter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82296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82296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Histogram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95560" y="82296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 Chart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2240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 : données de santé communautaire (âge, sexe, diagnostic, zone, durée de séjour)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1–2  Lecture &amp; nettoyage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 Reader + Row Filter (exclure zone « inconnue »)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743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3–4  Sélection &amp; descriptives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1089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 Filter + Statistics (moyennes, médianes, écarts-types)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5–6  Visualisations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Histogram (âge) · Bar Chart (diagnostics) · Pie / Stacked Bar (zone × sexe)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4297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 Export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46634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 Writer ou Image Writer pour sauvegarder les résultats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Comparaison,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bonnes pratiques &amp; éthique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vs KNIME — Comparaison pratique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Critère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Courbe d’apprentissage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Très douce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peu plus raide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112471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Visualisations interactives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Excellentes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Puissance &amp; extensibilité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Très élevée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112471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Connecteurs de données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Très large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1124712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Idéal pour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Exploration &amp; enseignement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Pipelines complets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074920"/>
            <a:ext cx="112471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257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Communauté &amp; extensions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3192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Très active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Bonnes pratiques &amp; éthique des données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Documenter le workflow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Nommer clairement chaque nœud/widget et sauvegarder le fichier de workflow avec le jeu de données.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914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Vérifier la qualité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32588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Toujours inspecter les manquants, les doublons et les valeurs aberrantes avant d’interpréter.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Respecter la confidentialité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Anonymiser les données personnelles. Ne jamais partager de données identifiantes.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6060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Éviter la surinterprétation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301752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corrélation n’est pas une causalité. Relier toujours les résultats aux questions de recherche.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Reproductibilité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collègue doit pouvoir rouvrir le workflow et obtenir les mêmes résultats.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297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Choix du graphique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70916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Adapter le type de visualisation à la nature des données et au message à transmettre.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Ateliers guidés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cas d’usage recherche</a:t>
            </a: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Ateliers guidés proposés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1051560"/>
          </a:xfrm>
          <a:prstGeom prst="roundRect">
            <a:avLst>
              <a:gd name="adj" fmla="val 695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0515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Premier contact Orange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Charger un jeu de données simple, explorer avec Data Table et Distributions. Objectif : se familiariser avec le canvas et les connexions.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097280" cy="1051560"/>
          </a:xfrm>
          <a:prstGeom prst="roundRect">
            <a:avLst>
              <a:gd name="adj" fmla="val 6957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331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Visualisations comparatives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697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Construire Box Plot et Scatter Plot sur un même jeu de données d’enquête. Comparer les messages que chaque graphique permet de transmettre.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097280" cy="1051560"/>
          </a:xfrm>
          <a:prstGeom prst="roundRect">
            <a:avLst>
              <a:gd name="adj" fmla="val 6957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6118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Premier workflow KNIME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39776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Lire un Excel, filtrer des colonnes, produire un histogramme et un bar chart. Exécuter nœud par nœud et observer les états (vert / rouge).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097280" cy="1051560"/>
          </a:xfrm>
          <a:prstGeom prst="roundRect">
            <a:avLst>
              <a:gd name="adj" fmla="val 6957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074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d’usage personnel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5257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participante applique les outils à un extrait de ses propres données (ou un jeu fourni). Documenter le workflow pour le J5.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Ressources pour aller plus loin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DATA MINING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Site officiel : orangedatamining.com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Documentation &amp; tutoriels vidéo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Jeux de données intégrés (Datasets widget)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Chaîne YouTube « Orange Essentials 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Forums et communauté utilisateurs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Addon Text pour extensions disciplinaires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KNIME ANALYTICS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Site officiel : knime.com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Getting Started Guide &amp; User Guide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KNIME Hub : milliers de workflows partagés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Chaîne YouTube officielle KNIME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Forum communautaire très actif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Extensions (Text Processing, etc.)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Points clés &amp; prochaines étapes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No-Code rend l’analyse accessible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et KNIME permettent d’être opérationnelle sans coder.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099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workflow est le cœur de la méthode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Documenté, reproductible, partageable.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871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377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Choisir selon le besoin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pour l’exploration visuelle ; KNIME pour les pipelines complets.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644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Éthique et rigueur prioritaires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474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Confidentialité, non-surinterprétation, transparence.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1124712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97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Prochaines étapes recommandées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754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Installer Orange et/ou KNIME  ·  2. Reproduire les workflows vus en session  ·  3. Documenter un cas d’usage personnel (attendu J5)  ·  4. Rejoindre le réseau de femmes chercheures en IA  ·  5. Explorer les ressources listées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Université de Lomé — UniPod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Partie 2 — Approche No-Code · Orange · KNIME</dc:title>
  <dc:subject>PptxGenJS Presentation</dc:subject>
  <dc:creator>Formation IA Femmes Chercheures · ProDigiT / ATD</dc:creator>
  <cp:lastModifiedBy>Formation IA Femmes Chercheures · ProDigiT / ATD</cp:lastModifiedBy>
  <cp:revision>1</cp:revision>
  <dcterms:created xsi:type="dcterms:W3CDTF">2026-10-20T21:09:30Z</dcterms:created>
  <dcterms:modified xsi:type="dcterms:W3CDTF">2026-10-20T21:09:30Z</dcterms:modified>
</cp:coreProperties>
</file>